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SUCCESS BY 1000 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Small actions done consistently create massive results over time.</a:t>
            </a:r>
            <a:br/>
            <a:br/>
            <a:r>
              <a:t>No shortcuts. Just discipline, repetition, and accumulation.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WHO AM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 continuous learner focused on improvement.</a:t>
            </a:r>
            <a:br/>
            <a:br/>
            <a:r>
              <a:t>Not extraordinary—but consistent, curious, and committed to getting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YOU’VE ALREADY WON THE LOTTERY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Your existence is statistically almost impossible.</a:t>
            </a:r>
            <a:br/>
            <a:br/>
            <a:r>
              <a:t>You’ve already won—now act like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WHAT WILL YOU DO WITH THIS GIFT?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You have limited time.</a:t>
            </a:r>
            <a:br/>
            <a:br/>
            <a:r>
              <a:t>Design your life intentionally based on what truly matters.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PURPOSE &amp; SENTs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Purpose = direction.</a:t>
            </a:r>
            <a:br/>
            <a:r>
              <a:t>SENTs = bold goals that scare and excite you.</a:t>
            </a:r>
            <a:br/>
            <a:br/>
            <a:r>
              <a:t>They drive growth.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PLANS A, B, AND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Have a clear path—but also backups.</a:t>
            </a:r>
            <a:br/>
            <a:br/>
            <a:r>
              <a:t>This reduces fear and increases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HEALTHY 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Balance work and fun, discipline and recovery.</a:t>
            </a:r>
            <a:br/>
            <a:br/>
            <a:r>
              <a:t>This is key to sustainable success.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Your environment shapes you.</a:t>
            </a:r>
            <a:br/>
            <a:br/>
            <a:r>
              <a:t>Choose friends, mentors, and collaborators carefully.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GET SHIT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Execution &gt; ideas.</a:t>
            </a:r>
            <a:br/>
            <a:br/>
            <a:r>
              <a:t>Discipline beats motivation every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SUCCESS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Systems create consistency.</a:t>
            </a:r>
            <a:br/>
            <a:br/>
            <a:r>
              <a:t>Time, health, habits, money—all must be managed.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HAPPINESS &amp; FUN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Success without enjoyment is empty.</a:t>
            </a:r>
            <a:br/>
            <a:br/>
            <a:r>
              <a:t>Have fun and celebrate wins.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4AA"/>
                </a:solidFill>
              </a:defRPr>
            </a:pPr>
            <a:r>
              <a:t>MORE INFO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Visit:</a:t>
            </a:r>
            <a:br/>
            <a:r>
              <a:t>SuccessBy1000Cuts.com</a:t>
            </a:r>
            <a:br/>
            <a:br/>
            <a:r>
              <a:t>Continue improving.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" cy="3657600"/>
          </a:xfrm>
          <a:prstGeom prst="rect">
            <a:avLst/>
          </a:prstGeom>
          <a:solidFill>
            <a:srgbClr val="00B4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