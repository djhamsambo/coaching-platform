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by 1000 Cuts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 is not one breakthrough but many small consistent actions.</a:t>
            </a:r>
          </a:p>
          <a:p/>
          <a:p>
            <a:r>
              <a:t>Each action compounds over time into significant progress and long-term success.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am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extraordinary, but committed to continuous improvement.</a:t>
            </a:r>
          </a:p>
          <a:p/>
          <a:p>
            <a:r>
              <a:t>Learning, experimenting, failing, and refining is the path to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You’ve already won the lottery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odds of your existence are nearly zero.</a:t>
            </a:r>
          </a:p>
          <a:p/>
          <a:p>
            <a:r>
              <a:t>You are already incredibly lucky—this mindset shifts how you value time and opportunity.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will you do with this gift?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Life is finite.</a:t>
            </a:r>
          </a:p>
          <a:p/>
          <a:p>
            <a:r>
              <a:t>Be intentional about how you spend your time and energy rather than drifting aimlessly.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and SENTs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 gives direction.</a:t>
            </a:r>
          </a:p>
          <a:p/>
          <a:p>
            <a:r>
              <a:t>SENTs (Scary, Exciting, Nightmarish Targets) push growth and force you out of complacency.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Plans A, B, and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 A = ideal path.</a:t>
            </a:r>
          </a:p>
          <a:p>
            <a:r>
              <a:t>Plan B/C = fallback options.</a:t>
            </a:r>
          </a:p>
          <a:p/>
          <a:p>
            <a:r>
              <a:t>They reduce risk and give confidence to take bold 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Healthy 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Balance opposing forces: work vs life, fun vs discipline.</a:t>
            </a:r>
          </a:p>
          <a:p/>
          <a:p>
            <a:r>
              <a:t>Sustaining this balance drives success without burnout.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People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you surround yourself with matters.</a:t>
            </a:r>
          </a:p>
          <a:p/>
          <a:p>
            <a:r>
              <a:t>Build strong relationships and choose your circle intentionally.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 shit 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Execution beats ideas.</a:t>
            </a:r>
          </a:p>
          <a:p/>
          <a:p>
            <a:r>
              <a:t>Discipline and consistency lead to results—not motivation alone.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systems for time, health, habits, and finances.</a:t>
            </a:r>
          </a:p>
          <a:p/>
          <a:p>
            <a:r>
              <a:t>Good systems make success repeatable and sustainable.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Happiness and fun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Enjoy the journey.</a:t>
            </a:r>
          </a:p>
          <a:p/>
          <a:p>
            <a:r>
              <a:t>Without fun and fulfilment, success loses meaning.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to find more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SuccessBy1000Cuts.com</a:t>
            </a:r>
          </a:p>
          <a:p/>
          <a:p>
            <a:r>
              <a:t>Explore more tools and continue improving.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